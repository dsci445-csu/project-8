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Drivers of Si Export in Small Watersheds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2022-12-07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Chemical weathering of silicate rocks is a major control on the earth-climate system</a:t>
            </a:r>
          </a:p>
          <a:p>
            <a:pPr lvl="0"/>
            <a:r>
              <a:rPr/>
              <a:t>Modern chemical weathering rates are poorly understood</a:t>
            </a:r>
          </a:p>
          <a:p>
            <a:pPr lvl="0"/>
            <a:r>
              <a:rPr/>
              <a:t>Acid availability, wetness, and plant growth can all affect rates</a:t>
            </a:r>
          </a:p>
          <a:p>
            <a:pPr lvl="1"/>
            <a:r>
              <a:rPr/>
              <a:t>Climate change</a:t>
            </a:r>
          </a:p>
          <a:p>
            <a:pPr lvl="1"/>
            <a:r>
              <a:rPr/>
              <a:t>Acid Rain</a:t>
            </a:r>
          </a:p>
          <a:p>
            <a:pPr lvl="0"/>
            <a:r>
              <a:rPr/>
              <a:t>Clean Air Act Amendments of 1990 (CAA)</a:t>
            </a:r>
          </a:p>
          <a:p>
            <a:pPr lvl="0"/>
            <a:r>
              <a:rPr/>
              <a:t>Silicon (Si) is a product of weathering processes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are the primary drivers in trends of Si export from small watersheds before and after the CAA?</a:t>
            </a:r>
          </a:p>
          <a:p>
            <a:pPr lvl="1"/>
            <a:r>
              <a:rPr/>
              <a:t>How did they change?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Macrosheds Dataset</a:t>
            </a:r>
          </a:p>
        </p:txBody>
      </p:sp>
      <p:pic>
        <p:nvPicPr>
          <p:cNvPr descr="/data/accounts/fa22/lukewhite/DSCI445/Final-Project/ms_splas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193800"/>
            <a:ext cx="5283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macrosheds.org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*** ## Data Used</a:t>
            </a:r>
          </a:p>
          <a:p>
            <a:pPr lvl="0"/>
            <a:r>
              <a:rPr/>
              <a:t>Used MS data to calculate Si loads and water yield from 3 watersheds</a:t>
            </a:r>
          </a:p>
          <a:p>
            <a:pPr lvl="1"/>
            <a:r>
              <a:rPr/>
              <a:t>California</a:t>
            </a:r>
          </a:p>
          <a:p>
            <a:pPr lvl="1"/>
            <a:r>
              <a:rPr/>
              <a:t>Colorado</a:t>
            </a:r>
          </a:p>
          <a:p>
            <a:pPr lvl="1"/>
            <a:r>
              <a:rPr/>
              <a:t>Vermont</a:t>
            </a:r>
          </a:p>
          <a:p>
            <a:pPr lvl="0"/>
            <a:r>
              <a:rPr/>
              <a:t>Used DAYNET for grided precipitation</a:t>
            </a:r>
          </a:p>
          <a:p>
            <a:pPr lvl="0"/>
            <a:r>
              <a:rPr/>
              <a:t>Used MODIS satellite for gross primary productivity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Aggregated data monthly</a:t>
            </a:r>
          </a:p>
          <a:p>
            <a:pPr lvl="0"/>
            <a:r>
              <a:rPr/>
              <a:t>Split data</a:t>
            </a:r>
          </a:p>
          <a:p>
            <a:pPr lvl="1"/>
            <a:r>
              <a:rPr/>
              <a:t>Pre-CAA (1988 and 1989)</a:t>
            </a:r>
          </a:p>
          <a:p>
            <a:pPr lvl="1"/>
            <a:r>
              <a:rPr/>
              <a:t>Pre-CAA (2011 and 2012)</a:t>
            </a:r>
          </a:p>
          <a:p>
            <a:pPr lvl="0"/>
            <a:r>
              <a:rPr/>
              <a:t>Ran suite of models</a:t>
            </a:r>
          </a:p>
          <a:p>
            <a:pPr lvl="1"/>
            <a:r>
              <a:rPr/>
              <a:t>MLR</a:t>
            </a:r>
          </a:p>
          <a:p>
            <a:pPr lvl="1"/>
            <a:r>
              <a:rPr/>
              <a:t>Ridge GLM</a:t>
            </a:r>
          </a:p>
          <a:p>
            <a:pPr lvl="1"/>
            <a:r>
              <a:rPr/>
              <a:t>Random Forest</a:t>
            </a:r>
          </a:p>
          <a:p>
            <a:pPr lvl="0"/>
            <a:r>
              <a:rPr/>
              <a:t>Compared results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Variable Selection</a:t>
            </a:r>
          </a:p>
        </p:txBody>
      </p:sp>
      <p:pic>
        <p:nvPicPr>
          <p:cNvPr descr="pp_presentation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Correlation pre CAA</a:t>
            </a:r>
          </a:p>
        </p:txBody>
      </p:sp>
      <p:pic>
        <p:nvPicPr>
          <p:cNvPr descr="fig:  /data/accounts/fa22/lukewhite/DSCI445/Final-Project/pre_pairs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14700" y="1193800"/>
            <a:ext cx="2501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Correlations Pre CAA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correlation post CAA</a:t>
            </a:r>
          </a:p>
        </p:txBody>
      </p:sp>
      <p:pic>
        <p:nvPicPr>
          <p:cNvPr descr="fig:  /data/accounts/fa22/lukewhite/DSCI445/Final-Project/out/post_pai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14700" y="1193800"/>
            <a:ext cx="2514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Correlations Post CAA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forest varaible selection</a:t>
            </a:r>
          </a:p>
        </p:txBody>
      </p:sp>
      <p:pic>
        <p:nvPicPr>
          <p:cNvPr descr="pp_presentation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pp_presentation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MLR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the mlr one the dataset with all three site prior to the Caa to find signifiacnt variable(s) that were not site locations</a:t>
            </a:r>
          </a:p>
          <a:p>
            <a:pPr lvl="0"/>
            <a:r>
              <a:rPr/>
              <a:t>I then did a mlr for each site location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three site Graph</a:t>
            </a:r>
          </a:p>
        </p:txBody>
      </p:sp>
      <p:pic>
        <p:nvPicPr>
          <p:cNvPr descr="pp_presentation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Colorado</a:t>
            </a:r>
          </a:p>
        </p:txBody>
      </p:sp>
      <p:pic>
        <p:nvPicPr>
          <p:cNvPr descr="pp_presentation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Vermont</a:t>
            </a:r>
          </a:p>
        </p:txBody>
      </p:sp>
      <p:pic>
        <p:nvPicPr>
          <p:cNvPr descr="pp_presentation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California</a:t>
            </a:r>
          </a:p>
        </p:txBody>
      </p:sp>
      <p:pic>
        <p:nvPicPr>
          <p:cNvPr descr="pp_presentation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MLR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only significant variable in the combined site data set was pH_mean</a:t>
            </a:r>
          </a:p>
          <a:p>
            <a:pPr lvl="0"/>
            <a:r>
              <a:rPr/>
              <a:t>Each of the sites had differnt Significant variables</a:t>
            </a:r>
          </a:p>
          <a:p>
            <a:pPr lvl="1"/>
            <a:r>
              <a:rPr/>
              <a:t>Colorado did not have any significant predictors</a:t>
            </a:r>
          </a:p>
          <a:p>
            <a:pPr lvl="1"/>
            <a:r>
              <a:rPr/>
              <a:t>Vermont had ph_mean</a:t>
            </a:r>
          </a:p>
          <a:p>
            <a:pPr lvl="1"/>
            <a:r>
              <a:rPr/>
              <a:t>California had total yield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Normalized data</a:t>
            </a:r>
          </a:p>
          <a:p>
            <a:pPr lvl="0"/>
            <a:r>
              <a:rPr/>
              <a:t>Added dummy variables for site effects</a:t>
            </a:r>
          </a:p>
          <a:p>
            <a:pPr lvl="0"/>
            <a:r>
              <a:rPr/>
              <a:t>Tuned lambda</a:t>
            </a:r>
          </a:p>
          <a:p>
            <a:pPr lvl="0"/>
            <a:r>
              <a:rPr/>
              <a:t>Used tuned lambda to estimate coefficients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data/accounts/fa22/lukewhite/DSCI445/Final-Project/out/ridge_lambda_test_p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8800" y="1193800"/>
            <a:ext cx="294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***</a:t>
            </a:r>
          </a:p>
        </p:txBody>
      </p:sp>
      <p:pic>
        <p:nvPicPr>
          <p:cNvPr descr="fig:  /data/accounts/fa22/lukewhite/DSCI445/Final-Project/out/ridge_tune_p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32300" y="203200"/>
            <a:ext cx="3365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Pre CAA: RMSE response to different values for lambda.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data/accounts/fa22/lukewhite/DSCI445/Final-Project/out/ridge_lambda_test_po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8800" y="1193800"/>
            <a:ext cx="294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:  /data/accounts/fa22/lukewhite/DSCI445/Final-Project/out/ridge_tune_po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14700" y="1193800"/>
            <a:ext cx="2514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Post CAA: RMSE response to different values for lambda.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data/accounts/fa22/lukewhite/DSCI445/Final-Project/out/ridge_cv_plot_p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8800" y="1193800"/>
            <a:ext cx="294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data/accounts/fa22/lukewhite/DSCI445/Final-Project/out/ridge_cv_plot_po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8800" y="1193800"/>
            <a:ext cx="294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data/accounts/fa22/lukewhite/DSCI445/Final-Project/out/ridge_estimates_table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483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Conclusions From 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models described the data well (although maybe over-fitted)</a:t>
            </a:r>
          </a:p>
          <a:p>
            <a:pPr lvl="0"/>
            <a:r>
              <a:rPr/>
              <a:t>Both Pre and Post had R-squared values of ~0.97</a:t>
            </a:r>
          </a:p>
          <a:p>
            <a:pPr lvl="0"/>
            <a:r>
              <a:rPr/>
              <a:t>Change in Precipitation term sign indicates change in role of rain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Random forest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Bagging - Pre_caa: RMSE: 72933232 - Post_caa: RMSE: 7196922</a:t>
            </a:r>
          </a:p>
          <a:p>
            <a:pPr lvl="0" indent="0" marL="0">
              <a:buNone/>
            </a:pPr>
            <a:r>
              <a:rPr/>
              <a:t>Gradient boosting - Pre_caa: RMSE: 6476.693, R squared: 0.975 - post_caa: RMSE: 6667.378, R squared: 0.929</a:t>
            </a:r>
          </a:p>
        </p:txBody>
      </p:sp>
      <p:pic>
        <p:nvPicPr>
          <p:cNvPr descr="/data/accounts/fa22/lukewhite/DSCI445/Final-Project/pre_gbm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88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All models showed evidence of the CAA changing the role of precipitation in weathering</a:t>
            </a:r>
          </a:p>
          <a:p>
            <a:pPr lvl="0"/>
            <a:r>
              <a:rPr/>
              <a:t>Random forest with bagging and boosting gave the most robust model</a:t>
            </a:r>
          </a:p>
          <a:p>
            <a:pPr lvl="0"/>
            <a:r>
              <a:rPr/>
              <a:t>We should probably keep regulating air quality in the US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Drivers of Si Export in Small Watersheds</dc:title>
  <dc:creator/>
  <cp:keywords/>
  <dcterms:created xsi:type="dcterms:W3CDTF">2022-12-09T15:16:45Z</dcterms:created>
  <dcterms:modified xsi:type="dcterms:W3CDTF">2022-12-09T15:16:45Z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2022-12-07</vt:lpwstr>
  </property>
  <property fmtid="{D5CDD505-2E9C-101B-9397-08002B2CF9AE}" pid="3" name="output">
    <vt:lpwstr>powerpoint_presentation</vt:lpwstr>
  </property>
  <property fmtid="{D5CDD505-2E9C-101B-9397-08002B2CF9AE}" pid="4" name="reference_doc">
    <vt:lpwstr>template-no-title.pptx</vt:lpwstr>
  </property>
</Properties>
</file>